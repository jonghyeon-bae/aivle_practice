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LECTURE COURSE - DAY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컴포넌트와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연동 Todo 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Client Interaction 및 Hydration 에러 해결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Target: 대학 1학년 및 취업훈련생 입문 과정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오늘의 학습 목표 (Objectives)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컴포넌트와 클라이언트 컴포넌트 경계 파악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Next.js의 기본 설정인 서버 컴포넌트에서 RCC로 전환하는 트리거를 익힙니다.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useState, useEffect 훅을 이용한 상태 제어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컴포넌트의 상태를 만들고 브라우저 렌더링 라이프사이클에 관여합니다.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데이터 백업 및 보존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브라우저를 끄거나 새로고침해도 데이터가 날아가지 않는 저장 시스템을 연동합니다.
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Hydration Mismatch 에러 완벽 해결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서버와 클라이언트의 초기 렌더링 불일치 원인을 진단하고 완화하는 기법을 학습합니다.
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개념: 서버 컴포넌트 vs 클라이언트 컴포넌트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컴포넌트 (RSC) - "완제품 배달 음식"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주방(서버)에서 완전히 다 끓여서 포장 배달합니다. 브라우저에서 계산(칼질)할 필요가 전혀 없어 연산 속도가 최상입니다.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컴포넌트 (RCC) - "밀키트 요리"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가스레인지 불을 켜고(이벤트 처리), 고기 익는 상태(State)를 보며 직접 뒤집어 굽습니다. "use client" 지시어가 선언되어야 브라우저 인터랙션이 구동됩니다.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수분 공급(Hydration)이란?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서버가 정적 뼈대(HTML)를 빠르게 먼저 띄우고, 브라우저가 자바스크립트 코드(물)를 내려받아 이벤트 리스너를 결합하여 동작 가능한 웹으로 전환하는 과정을 Hydration(수분 공급)이라고 부릅니다.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 LECTURE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실습: LocalStorage 마운트 가드 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Next.js Lecture Service Portal | AI Powered Curriculum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Hydration Mismatch 회피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서버 측에서 localStorage는 존재하지 않으므로, 브라우저가 화면에 완전히 나타난 후(isMounted)에만 로컬스토리지를 읽어오게 설정합니다.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try-catch 예외 처리의 가치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로컬스토리지 데이터의 무결성이 오염되었을 때 파싱 오류로 인한 어플리케이션 크래시를 방지하기 위해 예외 처리를 강조합니다.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Todo 마운트 가드 및 Hook 연동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app/todo/page.tsx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 client';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useState, useEffect } from 'react';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TodoPage()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[todos, setTodos] = useState([]);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[mounted, setMounted] = useState(false);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마운트 완료 확인을 거쳐 Hydration Mismatch 회피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setMounted(true);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saved = localStorage.getItem('todos');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(saved) setTodos(JSON.parse(saved));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(!mounted) return &lt;p&gt;로딩 중...&lt;/p&gt;;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&lt;div&gt;Todo UI...&lt;/div&gt;;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 INSTRUCTOR NOTES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진행을 위한 강사 첨언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권장 시간 분배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00m ~ 30m: 서버/클라이언트 차이 설명 및 마운트 원리 판서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30m ~ 50m: LocalStorage 에러 재현 및 에러 로그 분석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50m ~ 100m: Todos UI 컴포넌트 상태 조작 실습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100m ~ 120m: 완성도 높은 try-catch 및 엣지 케이스 실습 지도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645920"/>
            <a:ext cx="7498080" cy="438912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트러블슈팅 및 지도 가이드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ReferenceError: window is not defined 에러 발생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Next.js 서버 렌더링 단계에서 브라우저 전용 객체인 window에 직접 접근했기 때문입니다. window 관련 API(localStorage 등)는 반드시 useEffect 내에서 실행되게 격리해야 합니다.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화면을 새로고침하면 잠깐 동안 예전 화면이 깜빡입니다.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로컬스토리지를 읽어오기 전 초기 UI(예: 빈 리스트)가 렌더링된 후 데이터를 주입받아 생기는 정상적인 과정입니다. 스켈레톤 로더나 로딩 처리를 통해 시각적 안정감을 줄 수 있습니다.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2026-05-28T04:16:26Z</dcterms:created>
  <dcterms:modified xsi:type="dcterms:W3CDTF">2026-05-28T04:16:26Z</dcterms:modified>
</cp:coreProperties>
</file>