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13716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LECTURE COURSE - DAY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App Router 기초와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포트폴리오 제작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등장 배경과 레이아웃 컨벤션 학습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937760"/>
            <a:ext cx="32004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Target: 대학 1학년 및 취업훈련생 입문 과정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01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오늘의 학습 목표 (Objectives)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React(CSR)와 Next.js(SSR) 차이 설명 가능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두 렌더링 방식의 장단점을 직관적인 비유로 구술할 수 있습니다.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Router 디렉토리 기반 라우팅 규칙 마스터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폴더의 배치가 곧 인터넷 주소가 되는 개념을 배웁니다.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page.tsx와 layout.tsx 관계 확립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공통 껍데기 레이아웃과 내부 컨텐츠 페이지의 결합을 학습합니다.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 핵심 유틸리티 속성 활용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반응형 웹 UI를 클래스 주입만으로 신속히 퍼블리싱해 봅니다.
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01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핵심 개념: CSR vs SSR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CSR - "맛집 셀프 바"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손님이 식당에 가면 빈 그릇만 받고 손님이 직접 음식을 담아 식사합니다. 초기 로딩이 있고 SEO 검색 노출이 약합니다.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SSR - "예약제 오마카세"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주방장이 요리를 완전히 조리해서 접시에 담아 내어줍니다. 첫 로딩이 압도적으로 빠르고 검색봇에 노출되기 쉽습니다.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렌더링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Next.js는 첫 로딩은 SSR로 빠르게, 그 후 화면 전환은 CSR로 부드럽게 처리하는 장점을 융합했습니다.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렌더링 비교 핵심 키워드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CSR (Client Side Rendering):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* 브라우저에서 HTML을 직접 그림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* 부드러운 SPA 화면 전환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* 초기 로딩 지연 가능성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SSR (Server Side Rendering):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* 서버에서 HTML을 완성하여 전송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* 우수한 검색엔진 최적화(SEO)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* 서버 트래픽 부담 존재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01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실습: 포트폴리오 메인 코드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Layout 구성 요소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Header(네비게이션), Hero Section(자기소개), Skill List(기술 카드), Projects(포털 링크) 및 Footer를 포괄합니다.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 Tailwind CSS 적용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flex와 grid 속성을 적절히 혼합하여 모바일과 데스크톱 화면에 맞춰 카드가 1열에서 4열로 유동적으로 늘어납니다.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portfolio/page.tsx 기본 뼈대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app/portfolio/page.tsx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Link from 'next/link';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PortfolioPage()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className="min-h-screen bg-slate-950 text-slate-100"&gt;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&lt;header className="border-b border-slate-800 p-4"&gt;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&lt;h1&gt;Developer.Kim&lt;/h1&gt;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&lt;Link href="/"&gt;홈으로&lt;/Link&gt;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&lt;/header&gt;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&lt;main className="max-w-5xl mx-auto py-12"&gt;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&lt;h2 className="text-4xl font-extrabold text-teal-400"&gt;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안녕하세요, 김개발입니다.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&lt;/h2&gt;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&lt;/main&gt;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01 INSTRUCTOR NOTES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 진행을 위한 강사 첨언 가이드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⏰ 권장 시간 분배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926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00m ~ 30m: 라면과 급식 비유로 CSR/SSR 설명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30m ~ 50m: 프로젝트 구동 실습 및 폴더 구조 설명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50m ~ 90m: 포트폴리오 실습 및 코드 작성 지도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90m ~ 120m: 완성 프로젝트 화면 확인 및 피드백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645920"/>
            <a:ext cx="7498080" cy="438912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920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트러블슈팅 및 지도 가이드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2468880"/>
            <a:ext cx="7132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페이지가 404를 띄우는데 왜 그런가요?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page.tsx 파일 이름을 page.ts로 썼거나 portfolio 폴더의 철자를 틀렸는지 확인하세요. Next.js App Router는 엄격한 파일 이름 매핑 컨벤션을 따릅니다.
</a:t>
            </a:r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Tailwind CSS 스타일이 적용되지 않습니다.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globals.css의 최상단에 @import "tailwindcss" 선언이 누락되었거나 프로젝트 최상단의 tailwind.config.ts 설정 경로가 정확한지 확인하세요.
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2026-05-28T04:16:26Z</dcterms:created>
  <dcterms:modified xsi:type="dcterms:W3CDTF">2026-05-28T04:16:26Z</dcterms:modified>
</cp:coreProperties>
</file>