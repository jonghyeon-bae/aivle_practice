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137160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LECTURE COURSE - DAY 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미들웨어 보안 필터 &amp; 쿠키 세션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날씨 대시보드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4206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통신 최전선 권한 필터 및 SVG 차트 시각화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4937760"/>
            <a:ext cx="320040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Target: 대학 1학년 및 취업훈련생 입문 과정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05 LECTURE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오늘의 학습 목표 (Objectives)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© 2026 Next.js Lecture Service Portal | AI Powered Curriculum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Middleware 동작 위치 및 매칭 제어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사용자의 모든 요청이 최종 페이지에 닿기 전에 가로채서 보안 검사하는 문지기 역할을 배웁니다.
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HttpOnly 쿠키를 이용한 보안 로그인 흐름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자바스크립트 해킹 공격을 방어하는 보안 등급 쿠키 세션을 생성 및 소멸시킵니다.
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 Protection (접근 제어) 구현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로그인하지 않은 유저가 대시보드로 접속을 시도하면 로그인 페이지로 물리적 리다이렉트시킵니다.
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순수 SVG 기반의 꺾은선 차트 드로잉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외부 라이브러리 설치 없이 HTML 표준 SVG 태그와 Tailwind CSS 효과만으로 고품질 대시보드 차트를 구현합니다.
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05 LECTURE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개념: 문지기(Middleware)와 출입증(Cookie)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© 2026 Next.js Lecture Service Portal | AI Powered Curriculum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쿠키 (Cookie) - "야광 손목 도장"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아이디/비밀번호 확인이 통과되면 손목에 지워지지 않는 도장을 꾹 찍어 줍니다. 브라우저는 매번 서버로 가는 모든 경로에 이 도장을 자동으로 주머니에 넣어 같이 전송합니다.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미들웨어 (Middleware) - "문앞의 가드 요원"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VIP 룸 대시보드 문고리를 잡으려 할 때 도장(Cookie)이 찍혀 있는지 미리 확인합니다. 도장이 없다면 입구 컷을 날려 매표소(로그인 페이지)로 돌려보냅니다.
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0352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HttpOnly 옵션 보안의 중요성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쿠키 발급 시 httpOnly: true 옵션을 적용해 두면 브라우저의 Javascript 코드(document.cookie)가 쿠키 정보에 직접 접근할 수 없습니다. 이는 악성 스크립트를 심어 쿠키를 탈취해 가는 대표적인 해킹 기법(XSS)을 원천 차단해 줍니다.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05 LECTURE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실습: 가드 요원 Middleware 소스코드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© 2026 Next.js Lecture Service Portal | AI Powered Curriculum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미들웨어 차단 조건 분기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요청 경로를 추적하여 인증 정보인 session의 보유 여부를 확인하고, 상황에 맞춰 redirect 또는 next() 함수를 날려 가던 길을 가게 제어합니다.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config.matcher를 통한 경로 최적화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모든 리소스 파일(이미지, CSS 등)까지 미들웨어를 거치면 서버 속도가 느려지므로, 차단이 필요한 특정 디렉토리로 범위를 좁히는 설정을 배웁니다.
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0352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middleware.ts 루트 파일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middleware.ts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NextResponse } from 'next/server';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type { NextRequest } from 'next/server';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middleware(request: NextRequest)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session = request.cookies.get('antigravity_session');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pathname } = request.nextUrl;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대시보드 접근 중 쿠키가 없다면 로그인으로 차단 리다이렉트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(pathname.startsWith('/dashboard') &amp;&amp; !session)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NextResponse.redirect(new URL('/login', request.url));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NextResponse.next();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config =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matcher: ['/dashboard/:path*']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05 INSTRUCTOR NOTES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강의 진행을 위한 강사 첨언 가이드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45920"/>
            <a:ext cx="32918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⏰ 권장 시간 분배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29260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00m ~ 30m: 쿠키 세션 아키텍처 및 미들웨어 문지기 비유 판서 설명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30m ~ 50m: 개발자 도구 Application 탭을 켜서 발급 쿠키 확인 실습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50m ~ 100m: 로그인 쿠키 API 및 대시보드 SVG 차트 실습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100m ~ 120m: 시크릿 모드를 켜서 비인증 리다이렉트 철저한 동작 테스트
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0" y="1645920"/>
            <a:ext cx="7498080" cy="4389120"/>
          </a:xfrm>
          <a:prstGeom prst="roundRect">
            <a:avLst/>
          </a:prstGeom>
          <a:solidFill>
            <a:srgbClr val="0F172A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19202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트러블슈팅 및 지도 가이드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0" y="2468880"/>
            <a:ext cx="7132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대시보드와 로그인 페이지 간에 무한 루프 에러가 납니다.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미들웨어 내부에서 조건 분기 처리가 잘못되어, 로그인 페이지(/login)로 접근할 때조차 다시 로그인 페이지로 리다이렉트하고 있지는 않은지 matcher 설정과 조건 분기식을 세밀하게 디버깅 지도하세요.
</a:t>
            </a:r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로그인 후 대시보드로 넘어갔는데 데이터가 예전 상태입니다.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브라우저에 쿠키가 주입된 직후의 갱신 딜레이 현상입니다. 로그인 성공 피드백 후 클라이언트에서 router.refresh()를 호출하여 브라우저의 컴포넌트 세션 상태를 완전히 동기화해주어야 합니다.
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2026-05-28T04:16:26Z</dcterms:created>
  <dcterms:modified xsi:type="dcterms:W3CDTF">2026-05-28T04:16:26Z</dcterms:modified>
</cp:coreProperties>
</file>