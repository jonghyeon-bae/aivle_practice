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LECTURE COURSE - DAY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SSG 정적 빌드 &amp; 파일 시스템 파서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마크다운 기술 블로그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사전 컴파일과 파일 파싱 아키텍처 학습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32004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Target: 대학 1학년 및 취업훈련생 입문 과정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04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오늘의 학습 목표 (Objectives)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SSG(정적 사이트 생성)의 장점 및 가치 규명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빌드 시점에 페이지를 HTML 파일로 구워내어 로딩 속도 0초대를 지향합니다.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파일 시스템 (fs 모듈) 서버 접근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서버 사이드에서 로컬 하드디스크의 파일들을 탐색하고 읽는 Node 모듈을 배웁니다.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 메타데이터 파싱 구현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마크다운 머리말에서 제목, 날짜 등 유용한 객체를 문자열 제어로 분리해 봅니다.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generateStaticParams 정적 주소 지정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동적 라우팅 페이지를 SSG 정적 빌드로 고정하기 위한 헬퍼 함수를 적용합니다.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04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개념: 뷔페식 배식(SSG) vs 주문 요리(SSR)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사이트 생성 (SSG) - "대량 배식 급식"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손님이 몰려오기 전에 밥과 국을 미리 다 퍼놓습니다(빌드 타임에 HTML 사전 제작). 로딩 속도가 0에 가깝고 데이터베이스 서버 비용이 전혀 들지 않습니다.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및 유지보수 비용 극대화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정적 HTML 파일은 공격받을 데이터베이스가 없으므로 보안에 대단히 강합니다. Vercel이나 AWS S3 등을 통해 무료 혹은 초저가로 수억 트래픽을 처리합니다.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Frontmatter YAML 포맷 규격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파일의 최상단에 ---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key: value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 형식으로 적힌 문서의 머리말 정보를 뜻합니다. 블로그 포스트의 제목, 날짜, 태그 등을 데이터베이스 없이 구조화하기에 제격인 포맷입니다.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04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실습: 동적 정적 라우팅 상세 소스코드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generateStaticParams 기능 구현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서버에 마크다운이 추가될 때마다 해당 파일명을 읽어 정적 URL 리스트로 미리 선언해 주는 코드입니다.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14/15 듀얼 버전 호환 래핑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14 버전의 동기 params 객체와 15 버전의 비동기 params 프로미스에 모두 안전하게 대응할 수 있는 고품질 아키텍처 방어 코드입니다.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app/blog/[slug]/page.tsx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app/blog/[slug]/page.tsx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notFound } from 'next/navigation';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getPostBySlug, getAllPosts } from '@/lib/blog';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빌드 타임에 생성할 정적 슬러그 리스트를 정의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generateStaticParams()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posts = getAllPosts();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posts.map((post) =&gt; 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slug: post.slug,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async function BlogPostDetailPage({ params })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resolved = 'then' in params ? await params : params;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 = getPostBySlug(resolved.slug);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(!post) notFound();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&lt;div dangerouslySetInnerHTML={{ __html: post.content }} /&gt;;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04 INSTRUCTOR NOTES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진행을 위한 강사 첨언 가이드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권장 시간 분배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00m ~ 30m: SSG 뷔페 비유 및 빌드 최적화 개념 판서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30m ~ 50m: Node.js 파일 시스템 및 정규식을 활용한 파싱 이론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50m ~ 100m: 블로그 목록 및 상세 페이지 구현 실습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100m ~ 120m: npm run build를 직접 돌려 정적 HTML 파일 생성 로그 확인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645920"/>
            <a:ext cx="7498080" cy="43891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트러블슈팅 및 지도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dangerouslySetInnerHTML을 꼭 써야 하나요?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리액트에서 파싱된 마크다운 HTML 문자열을 화면에 직접 바인딩할 때 쓰는 속성입니다. 외부 유저의 정제되지 않은 문자열 주입 시 해킹(XSS) 위협이 크므로, 내가 직접 작성한 검증된 로컬 마크다운 파일에만 엄격히 격리해 써야 함을 학생들에게 강력하게 짚어 주셔야 합니다.
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마크다운 포스트를 추가했는데 화면에 바로 안 보입니다.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SSG는 빌드 시점(Build Time)에 파일을 굽는 방식입니다. 글을 추가한 뒤에는 반드시 npm run build를 새로 실행해 주어야 새로운 정적 페이지가 디스크에 생성됩니다.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2026-05-28T04:16:26Z</dcterms:created>
  <dcterms:modified xsi:type="dcterms:W3CDTF">2026-05-28T04:16:26Z</dcterms:modified>
</cp:coreProperties>
</file>