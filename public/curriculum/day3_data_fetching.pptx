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13716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LECTURE COURSE - DAY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페칭 &amp; Route Handler API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영화 검색 서비스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비비동기 서버 데이터 수급과 Proxy API 아키텍처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937760"/>
            <a:ext cx="32004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Target: 대학 1학년 및 취업훈련생 입문 과정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03 LECTURE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오늘의 학습 목표 (Objectives)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Next.js Lecture Service Portal | AI Powered Curriculum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컴포넌트의 다이렉트 데이터 페칭 마스터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useEffect 없이 서버 단에서 직접 API 데이터를 긁어와 렌더링하는 기법을 배웁니다.
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 Handler를 통한 백엔드 API 설계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app/api/ 경로 아래에 파일 기반으로 REST API를 쉽게 개발해 봅니다.
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데이터 숨김을 위한 환경 변수 활용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.env 파일을 사용하여 노출되면 안 되는 API Key 등을 안전하게 수용합니다.
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CORS 에러 예방 및 Proxy 구조 이해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클라이언트가 직접 외부 API 서버와 통신할 때 발생하는 규제 정책을 서버 단 대리인(Proxy)을 통해 해결합니다.
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03 LECTURE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개념: API Route Handler의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Next.js Lecture Service Portal | AI Powered Curriculum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 Handler - "식당 배달 전용 창구"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클라이언트가 외부와 직접 거래하지 않고 내부 직원(Next.js API 엔드포인트)에게 필요한 내용을 접수하면, 직원이 보안 키를 조용히 얹어 외부 서버에 다녀와 정보를 돌려줍니다.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매핑 컨벤션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GET, POST, PUT, DELETE 함수명을 익히고 NextResponse 객체를 리턴하여 JSON 데이터를 반환하는 원리를 습득합니다.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API Key 보안과 NEXT_PUBLIC_ 규칙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Next.js에서는 NEXT_PUBLIC_ 접두사가 붙지 않은 환경 변수는 오직 서버 환경(Server Component, Route Handler)에서만 접근할 수 있고, 브라우저가 내려받는 JS 소스코드에는 유출되지 않아 안전합니다.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03 LECTURE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실습: 가상 영화 탐색 API 소스코드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Next.js Lecture Service Portal | AI Powered Curriculum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함수 기반 파라미터 제어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URL 객체의 searchParams를 통해 클라이언트가 넘긴 검색 필터를 꺼내와 로컬 데이터베이스 배열을 가공합니다.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네트워크 딜레이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setTimeout을 모방한 프로미스 딜레이 코드로, 실무에서 로딩 스피너와 스켈레톤 UI를 왜 보여주어야 하는지 체감할 수 있는 훌륭한 교구 코드입니다.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app/api/movies/route.ts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app/api/movies/route.ts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NextResponse } from 'next/server';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mockMovies } from '@/lib/movies';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GET(request: Request)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searchParams } = new URL(request.url);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query = searchParams.get('q')?.toLowerCase() || '';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1초 가상 지연 시간 부여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new Promise(r =&gt; setTimeout(r, 800));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(!query) return NextResponse.json(mockMovies);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filtered = mockMovies.filter(m =&gt;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m.title.toLowerCase().includes(query)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NextResponse.json(filtered);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03 INSTRUCTOR NOTES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강의 진행을 위한 강사 첨언 가이드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⏰ 권장 시간 분배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926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00m ~ 30m: 서버 데이터 페칭의 원리 및 Proxy 이론 판서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30m ~ 50m: .env 설정 및 보안의 원리 실습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50m ~ 100m: Route Handler 및 Client Fetch 영화 검색기 작성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100m ~ 120m: 스켈레톤 로더 효과 체감 및 비동기 처리 Q&amp;A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645920"/>
            <a:ext cx="7498080" cy="438912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920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트러블슈팅 및 지도 가이드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2468880"/>
            <a:ext cx="7132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서버 컴포넌트 내에서 fetch() 상대 경로 요청 시 에러가 납니다.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서버 컴포넌트는 서버 단에서 실행되기 때문에 자신의 도메인을 모릅니다. 따라서 절대 경로를 써야 하지만, 가장 권장되는 패턴은 서버 컴포넌트가 직접 로컬 DB 모듈을 import하여 조회하는 것입니다.
</a:t>
            </a:r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CORS 에러가 무엇이며 어떻게 해결하나요?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브라우저에서 출처(Domain)가 다른 리소스에 접근하려 할 때 규제하는 보안 정책입니다. Next.js 서버(Route Handler)는 브라우저가 아니므로 CORS 규제를 받지 않아, 우회 프록시로서 동작하며 에러를 해결합니다.
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2026-05-28T04:16:26Z</dcterms:created>
  <dcterms:modified xsi:type="dcterms:W3CDTF">2026-05-28T04:16:26Z</dcterms:modified>
</cp:coreProperties>
</file>